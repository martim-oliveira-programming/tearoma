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099300" cy="9944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83" d="100"/>
          <a:sy n="83" d="100"/>
        </p:scale>
        <p:origin x="36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2448" y="1627426"/>
            <a:ext cx="6034405" cy="3462020"/>
          </a:xfrm>
        </p:spPr>
        <p:txBody>
          <a:bodyPr anchor="b"/>
          <a:lstStyle>
            <a:lvl1pPr algn="ctr">
              <a:defRPr sz="4658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7413" y="5222955"/>
            <a:ext cx="5324475" cy="2400855"/>
          </a:xfrm>
        </p:spPr>
        <p:txBody>
          <a:bodyPr/>
          <a:lstStyle>
            <a:lvl1pPr marL="0" indent="0" algn="ctr">
              <a:buNone/>
              <a:defRPr sz="1863"/>
            </a:lvl1pPr>
            <a:lvl2pPr marL="354970" indent="0" algn="ctr">
              <a:buNone/>
              <a:defRPr sz="1553"/>
            </a:lvl2pPr>
            <a:lvl3pPr marL="709940" indent="0" algn="ctr">
              <a:buNone/>
              <a:defRPr sz="1398"/>
            </a:lvl3pPr>
            <a:lvl4pPr marL="1064910" indent="0" algn="ctr">
              <a:buNone/>
              <a:defRPr sz="1242"/>
            </a:lvl4pPr>
            <a:lvl5pPr marL="1419880" indent="0" algn="ctr">
              <a:buNone/>
              <a:defRPr sz="1242"/>
            </a:lvl5pPr>
            <a:lvl6pPr marL="1774850" indent="0" algn="ctr">
              <a:buNone/>
              <a:defRPr sz="1242"/>
            </a:lvl6pPr>
            <a:lvl7pPr marL="2129820" indent="0" algn="ctr">
              <a:buNone/>
              <a:defRPr sz="1242"/>
            </a:lvl7pPr>
            <a:lvl8pPr marL="2484791" indent="0" algn="ctr">
              <a:buNone/>
              <a:defRPr sz="1242"/>
            </a:lvl8pPr>
            <a:lvl9pPr marL="2839761" indent="0" algn="ctr">
              <a:buNone/>
              <a:defRPr sz="1242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79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9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380" y="2479122"/>
            <a:ext cx="6123146" cy="4136469"/>
          </a:xfrm>
        </p:spPr>
        <p:txBody>
          <a:bodyPr anchor="b"/>
          <a:lstStyle>
            <a:lvl1pPr>
              <a:defRPr sz="4658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380" y="6654724"/>
            <a:ext cx="6123146" cy="2175271"/>
          </a:xfrm>
        </p:spPr>
        <p:txBody>
          <a:bodyPr/>
          <a:lstStyle>
            <a:lvl1pPr marL="0" indent="0">
              <a:buNone/>
              <a:defRPr sz="1863">
                <a:solidFill>
                  <a:schemeClr val="tx1">
                    <a:tint val="82000"/>
                  </a:schemeClr>
                </a:solidFill>
              </a:defRPr>
            </a:lvl1pPr>
            <a:lvl2pPr marL="354970" indent="0">
              <a:buNone/>
              <a:defRPr sz="1553">
                <a:solidFill>
                  <a:schemeClr val="tx1">
                    <a:tint val="82000"/>
                  </a:schemeClr>
                </a:solidFill>
              </a:defRPr>
            </a:lvl2pPr>
            <a:lvl3pPr marL="709940" indent="0">
              <a:buNone/>
              <a:defRPr sz="1398">
                <a:solidFill>
                  <a:schemeClr val="tx1">
                    <a:tint val="82000"/>
                  </a:schemeClr>
                </a:solidFill>
              </a:defRPr>
            </a:lvl3pPr>
            <a:lvl4pPr marL="1064910" indent="0">
              <a:buNone/>
              <a:defRPr sz="1242">
                <a:solidFill>
                  <a:schemeClr val="tx1">
                    <a:tint val="82000"/>
                  </a:schemeClr>
                </a:solidFill>
              </a:defRPr>
            </a:lvl4pPr>
            <a:lvl5pPr marL="1419880" indent="0">
              <a:buNone/>
              <a:defRPr sz="1242">
                <a:solidFill>
                  <a:schemeClr val="tx1">
                    <a:tint val="82000"/>
                  </a:schemeClr>
                </a:solidFill>
              </a:defRPr>
            </a:lvl5pPr>
            <a:lvl6pPr marL="1774850" indent="0">
              <a:buNone/>
              <a:defRPr sz="1242">
                <a:solidFill>
                  <a:schemeClr val="tx1">
                    <a:tint val="82000"/>
                  </a:schemeClr>
                </a:solidFill>
              </a:defRPr>
            </a:lvl6pPr>
            <a:lvl7pPr marL="2129820" indent="0">
              <a:buNone/>
              <a:defRPr sz="1242">
                <a:solidFill>
                  <a:schemeClr val="tx1">
                    <a:tint val="82000"/>
                  </a:schemeClr>
                </a:solidFill>
              </a:defRPr>
            </a:lvl7pPr>
            <a:lvl8pPr marL="2484791" indent="0">
              <a:buNone/>
              <a:defRPr sz="1242">
                <a:solidFill>
                  <a:schemeClr val="tx1">
                    <a:tint val="82000"/>
                  </a:schemeClr>
                </a:solidFill>
              </a:defRPr>
            </a:lvl8pPr>
            <a:lvl9pPr marL="2839761" indent="0">
              <a:buNone/>
              <a:defRPr sz="12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87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077" y="2647156"/>
            <a:ext cx="3017203" cy="630944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94020" y="2647156"/>
            <a:ext cx="3017203" cy="630944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72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002" y="529434"/>
            <a:ext cx="6123146" cy="192206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002" y="2437687"/>
            <a:ext cx="3003336" cy="1194672"/>
          </a:xfrm>
        </p:spPr>
        <p:txBody>
          <a:bodyPr anchor="b"/>
          <a:lstStyle>
            <a:lvl1pPr marL="0" indent="0">
              <a:buNone/>
              <a:defRPr sz="1863" b="1"/>
            </a:lvl1pPr>
            <a:lvl2pPr marL="354970" indent="0">
              <a:buNone/>
              <a:defRPr sz="1553" b="1"/>
            </a:lvl2pPr>
            <a:lvl3pPr marL="709940" indent="0">
              <a:buNone/>
              <a:defRPr sz="1398" b="1"/>
            </a:lvl3pPr>
            <a:lvl4pPr marL="1064910" indent="0">
              <a:buNone/>
              <a:defRPr sz="1242" b="1"/>
            </a:lvl4pPr>
            <a:lvl5pPr marL="1419880" indent="0">
              <a:buNone/>
              <a:defRPr sz="1242" b="1"/>
            </a:lvl5pPr>
            <a:lvl6pPr marL="1774850" indent="0">
              <a:buNone/>
              <a:defRPr sz="1242" b="1"/>
            </a:lvl6pPr>
            <a:lvl7pPr marL="2129820" indent="0">
              <a:buNone/>
              <a:defRPr sz="1242" b="1"/>
            </a:lvl7pPr>
            <a:lvl8pPr marL="2484791" indent="0">
              <a:buNone/>
              <a:defRPr sz="1242" b="1"/>
            </a:lvl8pPr>
            <a:lvl9pPr marL="2839761" indent="0">
              <a:buNone/>
              <a:defRPr sz="1242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002" y="3632359"/>
            <a:ext cx="3003336" cy="534265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94021" y="2437687"/>
            <a:ext cx="3018127" cy="1194672"/>
          </a:xfrm>
        </p:spPr>
        <p:txBody>
          <a:bodyPr anchor="b"/>
          <a:lstStyle>
            <a:lvl1pPr marL="0" indent="0">
              <a:buNone/>
              <a:defRPr sz="1863" b="1"/>
            </a:lvl1pPr>
            <a:lvl2pPr marL="354970" indent="0">
              <a:buNone/>
              <a:defRPr sz="1553" b="1"/>
            </a:lvl2pPr>
            <a:lvl3pPr marL="709940" indent="0">
              <a:buNone/>
              <a:defRPr sz="1398" b="1"/>
            </a:lvl3pPr>
            <a:lvl4pPr marL="1064910" indent="0">
              <a:buNone/>
              <a:defRPr sz="1242" b="1"/>
            </a:lvl4pPr>
            <a:lvl5pPr marL="1419880" indent="0">
              <a:buNone/>
              <a:defRPr sz="1242" b="1"/>
            </a:lvl5pPr>
            <a:lvl6pPr marL="1774850" indent="0">
              <a:buNone/>
              <a:defRPr sz="1242" b="1"/>
            </a:lvl6pPr>
            <a:lvl7pPr marL="2129820" indent="0">
              <a:buNone/>
              <a:defRPr sz="1242" b="1"/>
            </a:lvl7pPr>
            <a:lvl8pPr marL="2484791" indent="0">
              <a:buNone/>
              <a:defRPr sz="1242" b="1"/>
            </a:lvl8pPr>
            <a:lvl9pPr marL="2839761" indent="0">
              <a:buNone/>
              <a:defRPr sz="1242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94021" y="3632359"/>
            <a:ext cx="3018127" cy="534265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07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97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91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002" y="662940"/>
            <a:ext cx="2289709" cy="2320290"/>
          </a:xfrm>
        </p:spPr>
        <p:txBody>
          <a:bodyPr anchor="b"/>
          <a:lstStyle>
            <a:lvl1pPr>
              <a:defRPr sz="2484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8127" y="1431769"/>
            <a:ext cx="3594021" cy="7066756"/>
          </a:xfrm>
        </p:spPr>
        <p:txBody>
          <a:bodyPr/>
          <a:lstStyle>
            <a:lvl1pPr>
              <a:defRPr sz="2484"/>
            </a:lvl1pPr>
            <a:lvl2pPr>
              <a:defRPr sz="2174"/>
            </a:lvl2pPr>
            <a:lvl3pPr>
              <a:defRPr sz="1863"/>
            </a:lvl3pPr>
            <a:lvl4pPr>
              <a:defRPr sz="1553"/>
            </a:lvl4pPr>
            <a:lvl5pPr>
              <a:defRPr sz="1553"/>
            </a:lvl5pPr>
            <a:lvl6pPr>
              <a:defRPr sz="1553"/>
            </a:lvl6pPr>
            <a:lvl7pPr>
              <a:defRPr sz="1553"/>
            </a:lvl7pPr>
            <a:lvl8pPr>
              <a:defRPr sz="1553"/>
            </a:lvl8pPr>
            <a:lvl9pPr>
              <a:defRPr sz="1553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9002" y="2983230"/>
            <a:ext cx="2289709" cy="5526803"/>
          </a:xfrm>
        </p:spPr>
        <p:txBody>
          <a:bodyPr/>
          <a:lstStyle>
            <a:lvl1pPr marL="0" indent="0">
              <a:buNone/>
              <a:defRPr sz="1242"/>
            </a:lvl1pPr>
            <a:lvl2pPr marL="354970" indent="0">
              <a:buNone/>
              <a:defRPr sz="1087"/>
            </a:lvl2pPr>
            <a:lvl3pPr marL="709940" indent="0">
              <a:buNone/>
              <a:defRPr sz="932"/>
            </a:lvl3pPr>
            <a:lvl4pPr marL="1064910" indent="0">
              <a:buNone/>
              <a:defRPr sz="776"/>
            </a:lvl4pPr>
            <a:lvl5pPr marL="1419880" indent="0">
              <a:buNone/>
              <a:defRPr sz="776"/>
            </a:lvl5pPr>
            <a:lvl6pPr marL="1774850" indent="0">
              <a:buNone/>
              <a:defRPr sz="776"/>
            </a:lvl6pPr>
            <a:lvl7pPr marL="2129820" indent="0">
              <a:buNone/>
              <a:defRPr sz="776"/>
            </a:lvl7pPr>
            <a:lvl8pPr marL="2484791" indent="0">
              <a:buNone/>
              <a:defRPr sz="776"/>
            </a:lvl8pPr>
            <a:lvl9pPr marL="2839761" indent="0">
              <a:buNone/>
              <a:defRPr sz="776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96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002" y="662940"/>
            <a:ext cx="2289709" cy="2320290"/>
          </a:xfrm>
        </p:spPr>
        <p:txBody>
          <a:bodyPr anchor="b"/>
          <a:lstStyle>
            <a:lvl1pPr>
              <a:defRPr sz="2484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18127" y="1431769"/>
            <a:ext cx="3594021" cy="7066756"/>
          </a:xfrm>
        </p:spPr>
        <p:txBody>
          <a:bodyPr anchor="t"/>
          <a:lstStyle>
            <a:lvl1pPr marL="0" indent="0">
              <a:buNone/>
              <a:defRPr sz="2484"/>
            </a:lvl1pPr>
            <a:lvl2pPr marL="354970" indent="0">
              <a:buNone/>
              <a:defRPr sz="2174"/>
            </a:lvl2pPr>
            <a:lvl3pPr marL="709940" indent="0">
              <a:buNone/>
              <a:defRPr sz="1863"/>
            </a:lvl3pPr>
            <a:lvl4pPr marL="1064910" indent="0">
              <a:buNone/>
              <a:defRPr sz="1553"/>
            </a:lvl4pPr>
            <a:lvl5pPr marL="1419880" indent="0">
              <a:buNone/>
              <a:defRPr sz="1553"/>
            </a:lvl5pPr>
            <a:lvl6pPr marL="1774850" indent="0">
              <a:buNone/>
              <a:defRPr sz="1553"/>
            </a:lvl6pPr>
            <a:lvl7pPr marL="2129820" indent="0">
              <a:buNone/>
              <a:defRPr sz="1553"/>
            </a:lvl7pPr>
            <a:lvl8pPr marL="2484791" indent="0">
              <a:buNone/>
              <a:defRPr sz="1553"/>
            </a:lvl8pPr>
            <a:lvl9pPr marL="2839761" indent="0">
              <a:buNone/>
              <a:defRPr sz="1553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9002" y="2983230"/>
            <a:ext cx="2289709" cy="5526803"/>
          </a:xfrm>
        </p:spPr>
        <p:txBody>
          <a:bodyPr/>
          <a:lstStyle>
            <a:lvl1pPr marL="0" indent="0">
              <a:buNone/>
              <a:defRPr sz="1242"/>
            </a:lvl1pPr>
            <a:lvl2pPr marL="354970" indent="0">
              <a:buNone/>
              <a:defRPr sz="1087"/>
            </a:lvl2pPr>
            <a:lvl3pPr marL="709940" indent="0">
              <a:buNone/>
              <a:defRPr sz="932"/>
            </a:lvl3pPr>
            <a:lvl4pPr marL="1064910" indent="0">
              <a:buNone/>
              <a:defRPr sz="776"/>
            </a:lvl4pPr>
            <a:lvl5pPr marL="1419880" indent="0">
              <a:buNone/>
              <a:defRPr sz="776"/>
            </a:lvl5pPr>
            <a:lvl6pPr marL="1774850" indent="0">
              <a:buNone/>
              <a:defRPr sz="776"/>
            </a:lvl6pPr>
            <a:lvl7pPr marL="2129820" indent="0">
              <a:buNone/>
              <a:defRPr sz="776"/>
            </a:lvl7pPr>
            <a:lvl8pPr marL="2484791" indent="0">
              <a:buNone/>
              <a:defRPr sz="776"/>
            </a:lvl8pPr>
            <a:lvl9pPr marL="2839761" indent="0">
              <a:buNone/>
              <a:defRPr sz="776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3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19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80437" y="529431"/>
            <a:ext cx="1530787" cy="8427165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8077" y="529431"/>
            <a:ext cx="4503618" cy="8427165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34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8077" y="529434"/>
            <a:ext cx="6123146" cy="1922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077" y="2647156"/>
            <a:ext cx="6123146" cy="6309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8077" y="9216710"/>
            <a:ext cx="1597343" cy="529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47808-BEE4-3347-A309-0A0BE7100FA6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1643" y="9216710"/>
            <a:ext cx="2396014" cy="529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13880" y="9216710"/>
            <a:ext cx="1597343" cy="529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C5B86-7B8E-4443-BCFB-61F5FBD413B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39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09940" rtl="0" eaLnBrk="1" latinLnBrk="0" hangingPunct="1">
        <a:lnSpc>
          <a:spcPct val="90000"/>
        </a:lnSpc>
        <a:spcBef>
          <a:spcPct val="0"/>
        </a:spcBef>
        <a:buNone/>
        <a:defRPr sz="34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7485" indent="-177485" algn="l" defTabSz="709940" rtl="0" eaLnBrk="1" latinLnBrk="0" hangingPunct="1">
        <a:lnSpc>
          <a:spcPct val="90000"/>
        </a:lnSpc>
        <a:spcBef>
          <a:spcPts val="776"/>
        </a:spcBef>
        <a:buFont typeface="Arial" panose="020B0604020202020204" pitchFamily="34" charset="0"/>
        <a:buChar char="•"/>
        <a:defRPr sz="2174" kern="1200">
          <a:solidFill>
            <a:schemeClr val="tx1"/>
          </a:solidFill>
          <a:latin typeface="+mn-lt"/>
          <a:ea typeface="+mn-ea"/>
          <a:cs typeface="+mn-cs"/>
        </a:defRPr>
      </a:lvl1pPr>
      <a:lvl2pPr marL="532455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863" kern="1200">
          <a:solidFill>
            <a:schemeClr val="tx1"/>
          </a:solidFill>
          <a:latin typeface="+mn-lt"/>
          <a:ea typeface="+mn-ea"/>
          <a:cs typeface="+mn-cs"/>
        </a:defRPr>
      </a:lvl2pPr>
      <a:lvl3pPr marL="887425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553" kern="1200">
          <a:solidFill>
            <a:schemeClr val="tx1"/>
          </a:solidFill>
          <a:latin typeface="+mn-lt"/>
          <a:ea typeface="+mn-ea"/>
          <a:cs typeface="+mn-cs"/>
        </a:defRPr>
      </a:lvl3pPr>
      <a:lvl4pPr marL="1242395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4pPr>
      <a:lvl5pPr marL="1597365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5pPr>
      <a:lvl6pPr marL="1952335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6pPr>
      <a:lvl7pPr marL="2307306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7pPr>
      <a:lvl8pPr marL="2662276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8pPr>
      <a:lvl9pPr marL="3017246" indent="-177485" algn="l" defTabSz="709940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1pPr>
      <a:lvl2pPr marL="354970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2pPr>
      <a:lvl3pPr marL="709940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3pPr>
      <a:lvl4pPr marL="1064910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4pPr>
      <a:lvl5pPr marL="1419880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5pPr>
      <a:lvl6pPr marL="1774850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6pPr>
      <a:lvl7pPr marL="2129820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7pPr>
      <a:lvl8pPr marL="2484791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8pPr>
      <a:lvl9pPr marL="2839761" algn="l" defTabSz="709940" rtl="0" eaLnBrk="1" latinLnBrk="0" hangingPunct="1">
        <a:defRPr sz="1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FBE32557-0203-0B2D-1A4C-5981037F5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03" t="2098" r="9904" b="2101"/>
          <a:stretch>
            <a:fillRect/>
          </a:stretch>
        </p:blipFill>
        <p:spPr>
          <a:xfrm>
            <a:off x="0" y="1"/>
            <a:ext cx="7099300" cy="9944100"/>
          </a:xfrm>
          <a:prstGeom prst="rect">
            <a:avLst/>
          </a:prstGeom>
          <a:noFill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2CC7C38-BE33-FBBF-E24E-41B1A74A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77" y="0"/>
            <a:ext cx="6123146" cy="19220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n w="9525">
                  <a:solidFill>
                    <a:schemeClr val="bg2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apyrus" panose="020B0602040200020303" pitchFamily="34" charset="77"/>
              </a:rPr>
              <a:t>TEAROMA</a:t>
            </a:r>
            <a:endParaRPr lang="en-US" b="1" dirty="0">
              <a:ln w="9525">
                <a:solidFill>
                  <a:schemeClr val="bg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apyrus" panose="020B06020402000203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669453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</Words>
  <Application>Microsoft Macintosh PowerPoint</Application>
  <PresentationFormat>Personalizados</PresentationFormat>
  <Paragraphs>1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Papyrus</vt:lpstr>
      <vt:lpstr>Tema do Office</vt:lpstr>
      <vt:lpstr>TEAROMA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Martim Oliveira</dc:creator>
  <cp:lastModifiedBy>Martim Oliveira</cp:lastModifiedBy>
  <cp:revision>2</cp:revision>
  <dcterms:created xsi:type="dcterms:W3CDTF">2026-03-13T18:56:10Z</dcterms:created>
  <dcterms:modified xsi:type="dcterms:W3CDTF">2026-04-11T19:29:18Z</dcterms:modified>
</cp:coreProperties>
</file>