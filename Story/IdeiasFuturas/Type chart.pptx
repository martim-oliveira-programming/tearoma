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84" d="100"/>
          <a:sy n="184" d="100"/>
        </p:scale>
        <p:origin x="-1976" y="-2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30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62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390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8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5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90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34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90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13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12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C89054E-B682-4841-967F-6C52E17D7F7F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077EA72-E08A-4644-AF4E-6580C33CCA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32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3F1D365-DBE8-43E2-473E-451240D4A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83545"/>
              </p:ext>
            </p:extLst>
          </p:nvPr>
        </p:nvGraphicFramePr>
        <p:xfrm>
          <a:off x="2685502" y="455875"/>
          <a:ext cx="6820995" cy="5946249"/>
        </p:xfrm>
        <a:graphic>
          <a:graphicData uri="http://schemas.openxmlformats.org/drawingml/2006/table">
            <a:tbl>
              <a:tblPr/>
              <a:tblGrid>
                <a:gridCol w="401235">
                  <a:extLst>
                    <a:ext uri="{9D8B030D-6E8A-4147-A177-3AD203B41FA5}">
                      <a16:colId xmlns:a16="http://schemas.microsoft.com/office/drawing/2014/main" val="1696560711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847681545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222454930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720101644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3732821371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3305469754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950886524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745583317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3220660020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660638844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661136567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434979590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908561397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803995872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435602109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932335445"/>
                    </a:ext>
                  </a:extLst>
                </a:gridCol>
                <a:gridCol w="401235">
                  <a:extLst>
                    <a:ext uri="{9D8B030D-6E8A-4147-A177-3AD203B41FA5}">
                      <a16:colId xmlns:a16="http://schemas.microsoft.com/office/drawing/2014/main" val="2357102283"/>
                    </a:ext>
                  </a:extLst>
                </a:gridCol>
              </a:tblGrid>
              <a:tr h="871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Attack ↓ / Defense →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Fire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Water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Grass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Poison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Normal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Steel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Ground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Dragon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Dark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Light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Fighting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Psychic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Ghost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Electric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Air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Ice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613684"/>
                  </a:ext>
                </a:extLst>
              </a:tr>
              <a:tr h="181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Fire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764301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Water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060569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Grass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34833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Poison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829633"/>
                  </a:ext>
                </a:extLst>
              </a:tr>
              <a:tr h="28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Normal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9337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Steel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718434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Ground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854494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Dragon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258114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Dark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763338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Light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0846"/>
                  </a:ext>
                </a:extLst>
              </a:tr>
              <a:tr h="45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Fighting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54252"/>
                  </a:ext>
                </a:extLst>
              </a:tr>
              <a:tr h="45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Psychic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651930"/>
                  </a:ext>
                </a:extLst>
              </a:tr>
              <a:tr h="319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Ghost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19736"/>
                  </a:ext>
                </a:extLst>
              </a:tr>
              <a:tr h="45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Electric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4600"/>
                  </a:ext>
                </a:extLst>
              </a:tr>
              <a:tr h="181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Air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539240"/>
                  </a:ext>
                </a:extLst>
              </a:tr>
              <a:tr h="181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b="1"/>
                        <a:t>Ice</a:t>
                      </a:r>
                      <a:endParaRPr lang="pt-PT" sz="700"/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1x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/>
                        <a:t>2x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700" dirty="0"/>
                        <a:t>0.5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306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082543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</TotalTime>
  <Words>293</Words>
  <Application>Microsoft Macintosh PowerPoint</Application>
  <PresentationFormat>Ecrã Panorâmico</PresentationFormat>
  <Paragraphs>289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Pacote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Martim Oliveira</dc:creator>
  <cp:lastModifiedBy>Martim Oliveira</cp:lastModifiedBy>
  <cp:revision>2</cp:revision>
  <dcterms:created xsi:type="dcterms:W3CDTF">2026-04-11T21:10:49Z</dcterms:created>
  <dcterms:modified xsi:type="dcterms:W3CDTF">2026-04-11T21:29:57Z</dcterms:modified>
</cp:coreProperties>
</file>